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Montserrat Bold" charset="1" panose="00000800000000000000"/>
      <p:regular r:id="rId26"/>
    </p:embeddedFont>
    <p:embeddedFont>
      <p:font typeface="Montserrat" charset="1" panose="000005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898322">
            <a:off x="12872211" y="-2776467"/>
            <a:ext cx="8774178" cy="8796169"/>
          </a:xfrm>
          <a:custGeom>
            <a:avLst/>
            <a:gdLst/>
            <a:ahLst/>
            <a:cxnLst/>
            <a:rect r="r" b="b" t="t" l="l"/>
            <a:pathLst>
              <a:path h="8796169" w="8774178">
                <a:moveTo>
                  <a:pt x="0" y="0"/>
                </a:moveTo>
                <a:lnTo>
                  <a:pt x="8774178" y="0"/>
                </a:lnTo>
                <a:lnTo>
                  <a:pt x="8774178" y="8796168"/>
                </a:lnTo>
                <a:lnTo>
                  <a:pt x="0" y="8796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463626" y="1621617"/>
            <a:ext cx="753561" cy="75356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67131" y="3714421"/>
            <a:ext cx="10072534" cy="3454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68"/>
              </a:lnSpc>
            </a:pPr>
            <a:r>
              <a:rPr lang="en-US" sz="9905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Web3.js</a:t>
            </a:r>
          </a:p>
          <a:p>
            <a:pPr algn="l">
              <a:lnSpc>
                <a:spcPts val="13868"/>
              </a:lnSpc>
              <a:spcBef>
                <a:spcPct val="0"/>
              </a:spcBef>
            </a:pPr>
            <a:r>
              <a:rPr lang="en-US" sz="9905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Demo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778711" y="7667323"/>
            <a:ext cx="1578921" cy="157892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67131" y="7610173"/>
            <a:ext cx="7173539" cy="55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2"/>
              </a:lnSpc>
              <a:spcBef>
                <a:spcPct val="0"/>
              </a:spcBef>
            </a:pPr>
            <a:r>
              <a:rPr lang="en-US" sz="330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By Singvalliyappa Velayutham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74361"/>
            <a:chOff x="0" y="0"/>
            <a:chExt cx="9414331" cy="9648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14331" cy="964887"/>
            </a:xfrm>
            <a:custGeom>
              <a:avLst/>
              <a:gdLst/>
              <a:ahLst/>
              <a:cxnLst/>
              <a:rect r="r" b="b" t="t" l="l"/>
              <a:pathLst>
                <a:path h="964887" w="9414331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9580335" y="4639024"/>
            <a:ext cx="0" cy="384331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737398" y="5143500"/>
            <a:ext cx="2197354" cy="2092263"/>
          </a:xfrm>
          <a:custGeom>
            <a:avLst/>
            <a:gdLst/>
            <a:ahLst/>
            <a:cxnLst/>
            <a:rect r="r" b="b" t="t" l="l"/>
            <a:pathLst>
              <a:path h="2092263" w="2197354">
                <a:moveTo>
                  <a:pt x="0" y="0"/>
                </a:moveTo>
                <a:lnTo>
                  <a:pt x="2197353" y="0"/>
                </a:lnTo>
                <a:lnTo>
                  <a:pt x="2197353" y="2092263"/>
                </a:lnTo>
                <a:lnTo>
                  <a:pt x="0" y="20922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364516" y="5143500"/>
            <a:ext cx="2058306" cy="2058306"/>
          </a:xfrm>
          <a:custGeom>
            <a:avLst/>
            <a:gdLst/>
            <a:ahLst/>
            <a:cxnLst/>
            <a:rect r="r" b="b" t="t" l="l"/>
            <a:pathLst>
              <a:path h="2058306" w="2058306">
                <a:moveTo>
                  <a:pt x="0" y="0"/>
                </a:moveTo>
                <a:lnTo>
                  <a:pt x="2058307" y="0"/>
                </a:lnTo>
                <a:lnTo>
                  <a:pt x="2058307" y="2058306"/>
                </a:lnTo>
                <a:lnTo>
                  <a:pt x="0" y="20583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607304" y="4747260"/>
            <a:ext cx="450896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Smart contract development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37398" y="2146941"/>
            <a:ext cx="8397219" cy="1246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76"/>
              </a:lnSpc>
              <a:spcBef>
                <a:spcPct val="0"/>
              </a:spcBef>
            </a:pPr>
            <a:r>
              <a:rPr lang="en-US" sz="734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Problem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07304" y="5279013"/>
            <a:ext cx="5369699" cy="3641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4"/>
              </a:lnSpc>
              <a:spcBef>
                <a:spcPct val="0"/>
              </a:spcBef>
            </a:pPr>
            <a:r>
              <a:rPr lang="en-US" sz="2603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There a</a:t>
            </a:r>
            <a:r>
              <a:rPr lang="en-US" sz="2603" strike="noStrike" u="non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re many IDEs for smart-contract development, but integrating these contracts into real applications requires additional tooling— libraries , API’s that connect on-chain logic with off-chain programs.</a:t>
            </a:r>
          </a:p>
          <a:p>
            <a:pPr algn="l" marL="0" indent="0" lvl="0">
              <a:lnSpc>
                <a:spcPts val="3644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986628" y="7597713"/>
            <a:ext cx="1698893" cy="4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  <a:spcBef>
                <a:spcPct val="0"/>
              </a:spcBef>
            </a:pPr>
            <a:r>
              <a:rPr lang="en-US" sz="254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Remix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544223" y="7597713"/>
            <a:ext cx="1698893" cy="4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  <a:spcBef>
                <a:spcPct val="0"/>
              </a:spcBef>
            </a:pPr>
            <a:r>
              <a:rPr lang="en-US" sz="254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ChainIDE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09" y="0"/>
            <a:ext cx="18278791" cy="1293725"/>
            <a:chOff x="0" y="0"/>
            <a:chExt cx="4631179" cy="3277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1179" cy="327783"/>
            </a:xfrm>
            <a:custGeom>
              <a:avLst/>
              <a:gdLst/>
              <a:ahLst/>
              <a:cxnLst/>
              <a:rect r="r" b="b" t="t" l="l"/>
              <a:pathLst>
                <a:path h="327783" w="4631179">
                  <a:moveTo>
                    <a:pt x="0" y="0"/>
                  </a:moveTo>
                  <a:lnTo>
                    <a:pt x="4631179" y="0"/>
                  </a:lnTo>
                  <a:lnTo>
                    <a:pt x="4631179" y="327783"/>
                  </a:lnTo>
                  <a:lnTo>
                    <a:pt x="0" y="327783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31179" cy="365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011288" y="7840129"/>
            <a:ext cx="373881" cy="37388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16847" y="7857976"/>
            <a:ext cx="373881" cy="37388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1677" y="1293725"/>
            <a:ext cx="18266323" cy="5541616"/>
          </a:xfrm>
          <a:custGeom>
            <a:avLst/>
            <a:gdLst/>
            <a:ahLst/>
            <a:cxnLst/>
            <a:rect r="r" b="b" t="t" l="l"/>
            <a:pathLst>
              <a:path h="5541616" w="18266323">
                <a:moveTo>
                  <a:pt x="0" y="0"/>
                </a:moveTo>
                <a:lnTo>
                  <a:pt x="18266323" y="0"/>
                </a:lnTo>
                <a:lnTo>
                  <a:pt x="18266323" y="5541616"/>
                </a:lnTo>
                <a:lnTo>
                  <a:pt x="0" y="55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863" r="0" b="-18358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1677" y="7221719"/>
            <a:ext cx="5890717" cy="1251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76"/>
              </a:lnSpc>
              <a:spcBef>
                <a:spcPct val="0"/>
              </a:spcBef>
            </a:pPr>
            <a:r>
              <a:rPr lang="en-US" sz="734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Providers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04244" y="7804435"/>
            <a:ext cx="406107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Infura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13464" y="7822282"/>
            <a:ext cx="406107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Alchemy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16847" y="8398545"/>
            <a:ext cx="5889785" cy="165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69"/>
              </a:lnSpc>
              <a:spcBef>
                <a:spcPct val="0"/>
              </a:spcBef>
            </a:pPr>
            <a:r>
              <a:rPr lang="en-US" sz="1906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AWS </a:t>
            </a:r>
            <a:r>
              <a:rPr lang="en-US" sz="1906" strike="noStrike" u="non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of the Blockchain - it gives you a fully-fledged backend to deploy your decentralized Applications on most of the popular chains + gives you APIs to fetch data from the blockchain without having to scrape it all yourself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536833">
            <a:off x="-4428213" y="-2916505"/>
            <a:ext cx="9627545" cy="9651674"/>
          </a:xfrm>
          <a:custGeom>
            <a:avLst/>
            <a:gdLst/>
            <a:ahLst/>
            <a:cxnLst/>
            <a:rect r="r" b="b" t="t" l="l"/>
            <a:pathLst>
              <a:path h="9651674" w="9627545">
                <a:moveTo>
                  <a:pt x="0" y="0"/>
                </a:moveTo>
                <a:lnTo>
                  <a:pt x="9627545" y="0"/>
                </a:lnTo>
                <a:lnTo>
                  <a:pt x="9627545" y="9651674"/>
                </a:lnTo>
                <a:lnTo>
                  <a:pt x="0" y="96516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390681" y="2924562"/>
            <a:ext cx="5320542" cy="859751"/>
            <a:chOff x="0" y="0"/>
            <a:chExt cx="2254509" cy="3643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54509" cy="364308"/>
            </a:xfrm>
            <a:custGeom>
              <a:avLst/>
              <a:gdLst/>
              <a:ahLst/>
              <a:cxnLst/>
              <a:rect r="r" b="b" t="t" l="l"/>
              <a:pathLst>
                <a:path h="364308" w="2254509">
                  <a:moveTo>
                    <a:pt x="33467" y="0"/>
                  </a:moveTo>
                  <a:lnTo>
                    <a:pt x="2221042" y="0"/>
                  </a:lnTo>
                  <a:cubicBezTo>
                    <a:pt x="2239525" y="0"/>
                    <a:pt x="2254509" y="14984"/>
                    <a:pt x="2254509" y="33467"/>
                  </a:cubicBezTo>
                  <a:lnTo>
                    <a:pt x="2254509" y="330841"/>
                  </a:lnTo>
                  <a:cubicBezTo>
                    <a:pt x="2254509" y="339717"/>
                    <a:pt x="2250983" y="348229"/>
                    <a:pt x="2244707" y="354506"/>
                  </a:cubicBezTo>
                  <a:cubicBezTo>
                    <a:pt x="2238430" y="360782"/>
                    <a:pt x="2229918" y="364308"/>
                    <a:pt x="2221042" y="364308"/>
                  </a:cubicBezTo>
                  <a:lnTo>
                    <a:pt x="33467" y="364308"/>
                  </a:lnTo>
                  <a:cubicBezTo>
                    <a:pt x="14984" y="364308"/>
                    <a:pt x="0" y="349324"/>
                    <a:pt x="0" y="330841"/>
                  </a:cubicBezTo>
                  <a:lnTo>
                    <a:pt x="0" y="33467"/>
                  </a:lnTo>
                  <a:cubicBezTo>
                    <a:pt x="0" y="14984"/>
                    <a:pt x="14984" y="0"/>
                    <a:pt x="334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2254509" cy="4500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019"/>
                </a:lnSpc>
              </a:pPr>
              <a:r>
                <a:rPr lang="en-US" b="true" sz="4299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GANACHE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949603" y="3928186"/>
            <a:ext cx="13136223" cy="5792942"/>
          </a:xfrm>
          <a:custGeom>
            <a:avLst/>
            <a:gdLst/>
            <a:ahLst/>
            <a:cxnLst/>
            <a:rect r="r" b="b" t="t" l="l"/>
            <a:pathLst>
              <a:path h="5792942" w="13136223">
                <a:moveTo>
                  <a:pt x="0" y="0"/>
                </a:moveTo>
                <a:lnTo>
                  <a:pt x="13136223" y="0"/>
                </a:lnTo>
                <a:lnTo>
                  <a:pt x="13136223" y="5792942"/>
                </a:lnTo>
                <a:lnTo>
                  <a:pt x="0" y="57929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227" r="0" b="-49416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390681" y="1311725"/>
            <a:ext cx="9868619" cy="1113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1"/>
              </a:lnSpc>
            </a:pPr>
            <a:r>
              <a:rPr lang="en-US" sz="7368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Local Environment 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255" y="6657765"/>
            <a:ext cx="4857348" cy="232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Ganache is a local bl</a:t>
            </a:r>
            <a:r>
              <a:rPr lang="en-US" b="true" sz="1899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ockchain simulator that lets developers deploy smart contracts quickly, providing deterministic environments for Ethereum development without relying on live networks for  experimentation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36575" y="3051011"/>
            <a:ext cx="10214850" cy="4184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20"/>
              </a:lnSpc>
            </a:pPr>
            <a:r>
              <a:rPr lang="en-US" sz="138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Some </a:t>
            </a:r>
          </a:p>
          <a:p>
            <a:pPr algn="ctr" marL="0" indent="0" lvl="0">
              <a:lnSpc>
                <a:spcPts val="16620"/>
              </a:lnSpc>
              <a:spcBef>
                <a:spcPct val="0"/>
              </a:spcBef>
            </a:pPr>
            <a:r>
              <a:rPr lang="en-US" b="true" sz="1385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Code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366661" y="2675029"/>
            <a:ext cx="9640498" cy="4658030"/>
            <a:chOff x="0" y="0"/>
            <a:chExt cx="3039025" cy="14683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39025" cy="1468375"/>
            </a:xfrm>
            <a:custGeom>
              <a:avLst/>
              <a:gdLst/>
              <a:ahLst/>
              <a:cxnLst/>
              <a:rect r="r" b="b" t="t" l="l"/>
              <a:pathLst>
                <a:path h="1468375" w="3039025">
                  <a:moveTo>
                    <a:pt x="0" y="0"/>
                  </a:moveTo>
                  <a:lnTo>
                    <a:pt x="3039025" y="0"/>
                  </a:lnTo>
                  <a:lnTo>
                    <a:pt x="3039025" y="1468375"/>
                  </a:lnTo>
                  <a:lnTo>
                    <a:pt x="0" y="14683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039025" cy="15160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436340"/>
            <a:ext cx="18053427" cy="8124042"/>
          </a:xfrm>
          <a:custGeom>
            <a:avLst/>
            <a:gdLst/>
            <a:ahLst/>
            <a:cxnLst/>
            <a:rect r="r" b="b" t="t" l="l"/>
            <a:pathLst>
              <a:path h="8124042" w="18053427">
                <a:moveTo>
                  <a:pt x="0" y="0"/>
                </a:moveTo>
                <a:lnTo>
                  <a:pt x="18053427" y="0"/>
                </a:lnTo>
                <a:lnTo>
                  <a:pt x="18053427" y="8124042"/>
                </a:lnTo>
                <a:lnTo>
                  <a:pt x="0" y="81240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79643" y="443313"/>
            <a:ext cx="16528713" cy="81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Read an account’s balance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945" y="1769722"/>
            <a:ext cx="18120110" cy="7791647"/>
          </a:xfrm>
          <a:custGeom>
            <a:avLst/>
            <a:gdLst/>
            <a:ahLst/>
            <a:cxnLst/>
            <a:rect r="r" b="b" t="t" l="l"/>
            <a:pathLst>
              <a:path h="7791647" w="18120110">
                <a:moveTo>
                  <a:pt x="0" y="0"/>
                </a:moveTo>
                <a:lnTo>
                  <a:pt x="18120110" y="0"/>
                </a:lnTo>
                <a:lnTo>
                  <a:pt x="18120110" y="7791647"/>
                </a:lnTo>
                <a:lnTo>
                  <a:pt x="0" y="77916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79643" y="443313"/>
            <a:ext cx="16528713" cy="81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Read an account’s balance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1933" y="1530894"/>
            <a:ext cx="17824134" cy="8756106"/>
          </a:xfrm>
          <a:custGeom>
            <a:avLst/>
            <a:gdLst/>
            <a:ahLst/>
            <a:cxnLst/>
            <a:rect r="r" b="b" t="t" l="l"/>
            <a:pathLst>
              <a:path h="8756106" w="17824134">
                <a:moveTo>
                  <a:pt x="0" y="0"/>
                </a:moveTo>
                <a:lnTo>
                  <a:pt x="17824134" y="0"/>
                </a:lnTo>
                <a:lnTo>
                  <a:pt x="17824134" y="8756106"/>
                </a:lnTo>
                <a:lnTo>
                  <a:pt x="0" y="87561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79643" y="443313"/>
            <a:ext cx="16528713" cy="81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Read an account’s balance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70581" y="1190546"/>
            <a:ext cx="15218843" cy="9096454"/>
          </a:xfrm>
          <a:custGeom>
            <a:avLst/>
            <a:gdLst/>
            <a:ahLst/>
            <a:cxnLst/>
            <a:rect r="r" b="b" t="t" l="l"/>
            <a:pathLst>
              <a:path h="9096454" w="15218843">
                <a:moveTo>
                  <a:pt x="0" y="0"/>
                </a:moveTo>
                <a:lnTo>
                  <a:pt x="15218842" y="0"/>
                </a:lnTo>
                <a:lnTo>
                  <a:pt x="15218842" y="9096454"/>
                </a:lnTo>
                <a:lnTo>
                  <a:pt x="0" y="9096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1" r="0" b="-19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79643" y="443313"/>
            <a:ext cx="16528713" cy="81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Transfer some ETH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1863" y="1254845"/>
            <a:ext cx="16237437" cy="9032074"/>
          </a:xfrm>
          <a:custGeom>
            <a:avLst/>
            <a:gdLst/>
            <a:ahLst/>
            <a:cxnLst/>
            <a:rect r="r" b="b" t="t" l="l"/>
            <a:pathLst>
              <a:path h="9032074" w="16237437">
                <a:moveTo>
                  <a:pt x="0" y="0"/>
                </a:moveTo>
                <a:lnTo>
                  <a:pt x="16237437" y="0"/>
                </a:lnTo>
                <a:lnTo>
                  <a:pt x="16237437" y="9032074"/>
                </a:lnTo>
                <a:lnTo>
                  <a:pt x="0" y="9032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79643" y="443313"/>
            <a:ext cx="16528713" cy="81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Transfer some ETH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49067" y="1254845"/>
            <a:ext cx="15389865" cy="8715757"/>
          </a:xfrm>
          <a:custGeom>
            <a:avLst/>
            <a:gdLst/>
            <a:ahLst/>
            <a:cxnLst/>
            <a:rect r="r" b="b" t="t" l="l"/>
            <a:pathLst>
              <a:path h="8715757" w="15389865">
                <a:moveTo>
                  <a:pt x="0" y="0"/>
                </a:moveTo>
                <a:lnTo>
                  <a:pt x="15389866" y="0"/>
                </a:lnTo>
                <a:lnTo>
                  <a:pt x="15389866" y="8715757"/>
                </a:lnTo>
                <a:lnTo>
                  <a:pt x="0" y="87157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8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79643" y="443313"/>
            <a:ext cx="16528713" cy="81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Transfer some ETH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575512"/>
            <a:ext cx="18107895" cy="7537411"/>
          </a:xfrm>
          <a:custGeom>
            <a:avLst/>
            <a:gdLst/>
            <a:ahLst/>
            <a:cxnLst/>
            <a:rect r="r" b="b" t="t" l="l"/>
            <a:pathLst>
              <a:path h="7537411" w="18107895">
                <a:moveTo>
                  <a:pt x="0" y="0"/>
                </a:moveTo>
                <a:lnTo>
                  <a:pt x="18107895" y="0"/>
                </a:lnTo>
                <a:lnTo>
                  <a:pt x="18107895" y="7537412"/>
                </a:lnTo>
                <a:lnTo>
                  <a:pt x="0" y="75374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65509" y="217168"/>
            <a:ext cx="7727156" cy="81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Deploy a smart contract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3824" y="1219845"/>
            <a:ext cx="16137999" cy="8767144"/>
          </a:xfrm>
          <a:custGeom>
            <a:avLst/>
            <a:gdLst/>
            <a:ahLst/>
            <a:cxnLst/>
            <a:rect r="r" b="b" t="t" l="l"/>
            <a:pathLst>
              <a:path h="8767144" w="16137999">
                <a:moveTo>
                  <a:pt x="0" y="0"/>
                </a:moveTo>
                <a:lnTo>
                  <a:pt x="16137999" y="0"/>
                </a:lnTo>
                <a:lnTo>
                  <a:pt x="16137999" y="8767144"/>
                </a:lnTo>
                <a:lnTo>
                  <a:pt x="0" y="87671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4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65509" y="217168"/>
            <a:ext cx="7727156" cy="81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Deploy a smart contract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854709"/>
            <a:ext cx="18138331" cy="6577582"/>
          </a:xfrm>
          <a:custGeom>
            <a:avLst/>
            <a:gdLst/>
            <a:ahLst/>
            <a:cxnLst/>
            <a:rect r="r" b="b" t="t" l="l"/>
            <a:pathLst>
              <a:path h="6577582" w="18138331">
                <a:moveTo>
                  <a:pt x="0" y="0"/>
                </a:moveTo>
                <a:lnTo>
                  <a:pt x="18138331" y="0"/>
                </a:lnTo>
                <a:lnTo>
                  <a:pt x="18138331" y="6577582"/>
                </a:lnTo>
                <a:lnTo>
                  <a:pt x="0" y="65775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65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65509" y="217168"/>
            <a:ext cx="7727156" cy="81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Deploy a smart contract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173727"/>
            <a:ext cx="21307788" cy="5939546"/>
          </a:xfrm>
          <a:custGeom>
            <a:avLst/>
            <a:gdLst/>
            <a:ahLst/>
            <a:cxnLst/>
            <a:rect r="r" b="b" t="t" l="l"/>
            <a:pathLst>
              <a:path h="5939546" w="21307788">
                <a:moveTo>
                  <a:pt x="0" y="0"/>
                </a:moveTo>
                <a:lnTo>
                  <a:pt x="21307788" y="0"/>
                </a:lnTo>
                <a:lnTo>
                  <a:pt x="21307788" y="5939546"/>
                </a:lnTo>
                <a:lnTo>
                  <a:pt x="0" y="5939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65509" y="217168"/>
            <a:ext cx="7727156" cy="81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Deploy a smart contract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095008"/>
            <a:ext cx="21206903" cy="6096985"/>
          </a:xfrm>
          <a:custGeom>
            <a:avLst/>
            <a:gdLst/>
            <a:ahLst/>
            <a:cxnLst/>
            <a:rect r="r" b="b" t="t" l="l"/>
            <a:pathLst>
              <a:path h="6096985" w="21206903">
                <a:moveTo>
                  <a:pt x="0" y="0"/>
                </a:moveTo>
                <a:lnTo>
                  <a:pt x="21206903" y="0"/>
                </a:lnTo>
                <a:lnTo>
                  <a:pt x="21206903" y="6096984"/>
                </a:lnTo>
                <a:lnTo>
                  <a:pt x="0" y="609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95337" y="217168"/>
            <a:ext cx="6667500" cy="81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Call a smart contract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998028"/>
            <a:ext cx="8113393" cy="5798460"/>
          </a:xfrm>
          <a:custGeom>
            <a:avLst/>
            <a:gdLst/>
            <a:ahLst/>
            <a:cxnLst/>
            <a:rect r="r" b="b" t="t" l="l"/>
            <a:pathLst>
              <a:path h="5798460" w="8113393">
                <a:moveTo>
                  <a:pt x="0" y="0"/>
                </a:moveTo>
                <a:lnTo>
                  <a:pt x="8113393" y="0"/>
                </a:lnTo>
                <a:lnTo>
                  <a:pt x="8113393" y="5798461"/>
                </a:lnTo>
                <a:lnTo>
                  <a:pt x="0" y="57984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95337" y="217168"/>
            <a:ext cx="6667500" cy="81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Call a smart contract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755576"/>
            <a:ext cx="1492409" cy="81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ABI?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40075" y="3071433"/>
            <a:ext cx="8654833" cy="5595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Abi is used to c</a:t>
            </a:r>
            <a:r>
              <a:rPr lang="en-US" b="true" sz="31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onvert the functions to encoded call data that contains the function selector (which function in the smart contract we want to call and the parameter in its encoded form)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Bytecode reads the call data and executes accordingly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callData =functionSelector + parameters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3102" y="1028700"/>
            <a:ext cx="15095874" cy="8849956"/>
          </a:xfrm>
          <a:custGeom>
            <a:avLst/>
            <a:gdLst/>
            <a:ahLst/>
            <a:cxnLst/>
            <a:rect r="r" b="b" t="t" l="l"/>
            <a:pathLst>
              <a:path h="8849956" w="15095874">
                <a:moveTo>
                  <a:pt x="0" y="0"/>
                </a:moveTo>
                <a:lnTo>
                  <a:pt x="15095874" y="0"/>
                </a:lnTo>
                <a:lnTo>
                  <a:pt x="15095874" y="8849956"/>
                </a:lnTo>
                <a:lnTo>
                  <a:pt x="0" y="88499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95337" y="217168"/>
            <a:ext cx="6667500" cy="81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Call a smart contract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7495" y="1028700"/>
            <a:ext cx="16061988" cy="10352342"/>
          </a:xfrm>
          <a:custGeom>
            <a:avLst/>
            <a:gdLst/>
            <a:ahLst/>
            <a:cxnLst/>
            <a:rect r="r" b="b" t="t" l="l"/>
            <a:pathLst>
              <a:path h="10352342" w="16061988">
                <a:moveTo>
                  <a:pt x="0" y="0"/>
                </a:moveTo>
                <a:lnTo>
                  <a:pt x="16061988" y="0"/>
                </a:lnTo>
                <a:lnTo>
                  <a:pt x="16061988" y="10352342"/>
                </a:lnTo>
                <a:lnTo>
                  <a:pt x="0" y="103523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1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90249" y="217168"/>
            <a:ext cx="8077676" cy="81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Write to a smart contract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8659" y="1170667"/>
            <a:ext cx="15510682" cy="8608429"/>
          </a:xfrm>
          <a:custGeom>
            <a:avLst/>
            <a:gdLst/>
            <a:ahLst/>
            <a:cxnLst/>
            <a:rect r="r" b="b" t="t" l="l"/>
            <a:pathLst>
              <a:path h="8608429" w="15510682">
                <a:moveTo>
                  <a:pt x="0" y="0"/>
                </a:moveTo>
                <a:lnTo>
                  <a:pt x="15510682" y="0"/>
                </a:lnTo>
                <a:lnTo>
                  <a:pt x="15510682" y="8608428"/>
                </a:lnTo>
                <a:lnTo>
                  <a:pt x="0" y="86084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90249" y="217168"/>
            <a:ext cx="8077676" cy="81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Write to a smart contract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DAG48NDchtY</dc:identifier>
  <dcterms:modified xsi:type="dcterms:W3CDTF">2011-08-01T06:04:30Z</dcterms:modified>
  <cp:revision>1</cp:revision>
  <dc:title>Web3.js</dc:title>
</cp:coreProperties>
</file>